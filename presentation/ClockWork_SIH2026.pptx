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PAGE: ClockWork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SIH26262</a:t>
            </a:r>
          </a:p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Integrated AICTE Approval Workflow Automation, Compliance Monitoring and Alert Management System</a:t>
            </a:r>
          </a:p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Theme: Smart Automation</a:t>
            </a:r>
          </a:p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Category: Software</a:t>
            </a:r>
          </a:p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ID: 197625</a:t>
            </a:r>
          </a:p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[Registered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Organisation: AICTE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TITLE: ClockWork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21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en-US" sz="2800" b="1">
                <a:latin typeface="Arial"/>
              </a:rPr>
              <a:t>Detailed explanation of the proposed solution</a:t>
            </a:r>
          </a:p>
          <a:p>
            <a:pPr marL="342900" indent="0">
              <a:lnSpc>
                <a:spcPct val="100000"/>
              </a:lnSpc>
              <a:buNone/>
            </a:pPr>
            <a:r>
              <a:rPr lang="en-US" sz="2000">
                <a:latin typeface="Arial"/>
              </a:rPr>
              <a:t>ClockWork will configure approval routes and track obligations by owner, due date, state and rule reference. Role-based views will connect applications, EVC visits, undertakings and documents.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en-US" sz="2800" b="1">
                <a:latin typeface="Arial"/>
              </a:rPr>
              <a:t>How it addresses the problem</a:t>
            </a:r>
          </a:p>
          <a:p>
            <a:pPr marL="342900" indent="0">
              <a:lnSpc>
                <a:spcPct val="100000"/>
              </a:lnSpc>
              <a:buNone/>
            </a:pPr>
            <a:r>
              <a:rPr lang="en-US" sz="2000">
                <a:latin typeface="Arial"/>
              </a:rPr>
              <a:t>Explainable reminders and escalation will guide pending actions. Officers will verify submitted evidence, while chronological records will identify who moved, reviewed or decided each case.</a:t>
            </a:r>
          </a:p>
          <a:p>
            <a:pPr marL="342900" indent="-342900">
              <a:spcBef>
                <a:spcPts val="700"/>
              </a:spcBef>
              <a:buFont typeface="Arial"/>
              <a:buChar char="•"/>
            </a:pPr>
            <a:r>
              <a:rPr lang="en-US" sz="2800" b="1">
                <a:latin typeface="Arial"/>
              </a:rPr>
              <a:t>Innovation and uniqueness of the solution</a:t>
            </a:r>
          </a:p>
          <a:p>
            <a:pPr marL="342900" indent="0">
              <a:lnSpc>
                <a:spcPct val="100000"/>
              </a:lnSpc>
              <a:buNone/>
            </a:pPr>
            <a:r>
              <a:rPr lang="en-US" sz="2000">
                <a:latin typeface="Arial"/>
              </a:rPr>
              <a:t>One rules engine will separate pausable processing deadlines from fixed document expiry and explain each alert. Timelines will remain configurable and subject to policy 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[Registered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